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notesMasterIdLst>
    <p:notesMasterId r:id="rIdNotesMaster"/>
  </p:notesMasterIdLst>
  <p:sldIdLst>
    <p:sldId id="256" r:id="rIdSlide1"/>
    <p:sldId id="257" r:id="rIdSlide2"/>
    <p:sldId id="258" r:id="rIdSlide3"/>
    <p:sldId id="259" r:id="rIdSlide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" Type="http://schemas.openxmlformats.org/officeDocument/2006/relationships/slideMaster" Target="slideMasters/slideMaster1.xml"/><Relationship Id="rIdNotesMaster" Type="http://schemas.openxmlformats.org/officeDocument/2006/relationships/notesMaster" Target="notesMasters/notes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don't mention the Globex discount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Fix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Layout title</a:t>
            </a:r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Master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Juniper kickoff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Timeline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Pricing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Internal appendix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Fix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Fix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Fixture</Application>
</Properties>
</file>

<file path=docProps/core.xml><?xml version="1.0" encoding="utf-8"?>
<cp:coreProperties xmlns:cp="http://schemas.openxmlformats.org/package/2006/metadata/core-properties" xmlns:dc="http://purl.org/dc/elements/1.1/">
  <dc:creator>M. Reyes</dc:creator>
</cp:coreProperties>
</file>